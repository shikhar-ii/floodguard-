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l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200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1206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BREAKTHROUGHS FOR A BETTER WORLD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0" y="2926080"/>
            <a:ext cx="914400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flood at the Nepal-China border, 26 Aug 2026 (screenshot from a news broadcast)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33756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</a:t>
            </a:r>
            <a:pPr indent="0" marL="0">
              <a:buNone/>
            </a:pPr>
            <a:r>
              <a:rPr lang="en-US" sz="4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early warning and transparent disaster relief for Nepal</a:t>
            </a:r>
            <a:endParaRPr lang="en-US" sz="1400" dirty="0"/>
          </a:p>
        </p:txBody>
      </p:sp>
      <p:pic>
        <p:nvPicPr>
          <p:cNvPr id="9" name="Image 1" descr="auth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3520440"/>
            <a:ext cx="1188720" cy="1188720"/>
          </a:xfrm>
          <a:prstGeom prst="ellipse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040880" y="3703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Shikhar Pandey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7040880" y="4069080"/>
            <a:ext cx="640080" cy="36576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040880" y="4160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 Virginia State University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0" y="5033772"/>
            <a:ext cx="603504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035040" y="5033772"/>
            <a:ext cx="1554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589520" y="5033772"/>
            <a:ext cx="1554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554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1554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Nepal 2026 is part of a global problem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FloodGuard  |  Shikhar Pandey  |  West Virginia State University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411480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73152" cy="914400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1,342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11887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deaths reported by Nepal's disaster authority (NDRRMA), 6 Sept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1480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86000"/>
            <a:ext cx="73152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2860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~4,900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286000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missing or out of contact at that 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4114800" cy="91440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83280"/>
            <a:ext cx="73152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38328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84,270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2286000" y="33832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affected across 17 municipalities in six districts (IOM)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1143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WORLDWIDE, EVERY YEAR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417320"/>
            <a:ext cx="1874520" cy="96012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417320"/>
            <a:ext cx="187452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8348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~250M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affected by floods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12280" y="1417320"/>
            <a:ext cx="1874520" cy="96012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12280" y="1417320"/>
            <a:ext cx="1874520" cy="6400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0" y="153619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$388B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694944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yearly flood losses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2514600"/>
            <a:ext cx="3840480" cy="1783080"/>
          </a:xfrm>
          <a:prstGeom prst="rect">
            <a:avLst/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Relief money that goes missing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292608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reliable global total. Sector estimates of fraud and diversion in humanitarian aid range from 2% to 15%.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Hurricanes Katrina and Rita: up to $1.4 billion in improper payments (US GAO).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Ebola response: over $5 million lost out of $124 million handled by the Red Cross network.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NDRRMA via Copernicus EMS; IOM; UNDRR (people affected; GAR 2025 losses); U4 Anti-Corruption Centre (2-15% estimates); US GAO (Katrina and Rita); IFRC Ebola audit as reported by OCCRP. Annual figures are averages.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554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1554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gaps to close: warning and trust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FloodGuard  |  Shikhar Pandey  |  West Virginia State University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28346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393192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warning gap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 valleys flood fast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402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Sensor, weather and satellite data are scattered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Villagers need alerts in minutes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must reach ordinary phones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2834640"/>
          </a:xfrm>
          <a:prstGeom prst="rect">
            <a:avLst/>
          </a:prstGeom>
          <a:solidFill>
            <a:srgbClr val="FBECEC"/>
          </a:solidFill>
          <a:ln w="12700">
            <a:solidFill>
              <a:srgbClr val="FBEC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731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gap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0" y="1783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flood, who can verify?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2240280"/>
            <a:ext cx="3383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cannot trace how funds are spent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can be missed or counted twice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Aid can be delayed or diverted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for warnings.  Verification for relief.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554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1554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FloodGuard works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FloodGuard  |  Shikhar Pandey  |  West Virginia State University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pic>
        <p:nvPicPr>
          <p:cNvPr id="8" name="Image 0" descr="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005840"/>
            <a:ext cx="649224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554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1554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blockchain adds trust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FloodGuard  |  Shikhar Pandey  |  West Virginia State University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468880" cy="3291840"/>
          </a:xfrm>
          <a:prstGeom prst="rect">
            <a:avLst/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OFF-CHAIN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warnings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10312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Sensors, risk scoring and SMS alerts run without blockchain, because speed matters most.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1188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545336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1545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150876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hash anchored on-chain: tamper-proof record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91840" y="2039112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91840" y="2039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2002536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Households registered once as hashes: no personal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2532888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9184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794760" y="249631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Evacuation confirmed by ward officials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3026664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794760" y="2990088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Donations held in a smart contract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3520440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291840" y="3520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794760" y="3483864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 claims aid for verified households only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291840" y="4014216"/>
            <a:ext cx="347472" cy="347472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91840" y="4014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3977640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Funds released after receipt is confirmed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554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1554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innovation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FloodGuard  |  Shikhar Pandey  |  West Virginia State University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2651760" cy="15544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Villagers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83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warnings on ordinary phones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651760" cy="15544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188720"/>
            <a:ext cx="2651760" cy="7315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Affected households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783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once, so aid is faster and fairer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651760" cy="1554480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1188720"/>
            <a:ext cx="2651760" cy="73152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1371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32F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Donors and NGOs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17830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where money went, less paperwork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different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 relief moves from a system that relies on trust to one where donations, evacuations and aid delivery can be independently verified by donors, officials and communities.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1 million people across the Great Himalayan region, starting in Nepal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35040" y="0"/>
            <a:ext cx="1554480" cy="109728"/>
          </a:xfrm>
          <a:prstGeom prst="rect">
            <a:avLst/>
          </a:prstGeom>
          <a:solidFill>
            <a:srgbClr val="D32F2F"/>
          </a:solidFill>
          <a:ln w="12700">
            <a:solidFill>
              <a:srgbClr val="D32F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1554480" cy="10972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built, pilot next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FloodGuard  |  Shikhar Pandey  |  West Virginia State University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so far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55448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FloodRelief smart contract: donations, verified registry, aid claims, payout on receipt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risk engine: scoring, English and Nepali SMS, alert hashing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README and architecture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58191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15544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web3 and an SMS gateway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3911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0116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in one river basin with ward offices, Red Cross and local NGOs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49631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0" y="24963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24688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on Nepal data; add glacial-lake monitoring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953512"/>
            <a:ext cx="292608" cy="29260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5488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292608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Household confirmation by signature or SMS code; independent audit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10515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31520" y="361188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lost people close to me in Nepal's floods. FloodGuard is how I want to help the next community.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CC9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Shikhar Pandey  |  West Virginia State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FloodGuard: Blockchain Early Warning &amp; Relief</dc:title>
  <dc:subject>PptxGenJS Presentation</dc:subject>
  <dc:creator>Shikhar Pandey</dc:creator>
  <cp:lastModifiedBy>Shikhar Pandey</cp:lastModifiedBy>
  <cp:revision>1</cp:revision>
  <dcterms:created xsi:type="dcterms:W3CDTF">2026-10-12T04:39:13Z</dcterms:created>
  <dcterms:modified xsi:type="dcterms:W3CDTF">2026-10-12T04:39:13Z</dcterms:modified>
</cp:coreProperties>
</file>